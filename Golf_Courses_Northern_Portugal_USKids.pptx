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ortogolfclub.com/pt/" TargetMode="External"/><Relationship Id="rId1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stelagolf.pt/" TargetMode="Externa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olfedeamarante.com/en/home" TargetMode="External"/><Relationship Id="rId1" Type="http://schemas.openxmlformats.org/officeDocument/2006/relationships/image" Target="../media/image-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idagopalace.com/en/vidago-palace-golf-course/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xisgolfe.com/" TargetMode="External"/><Relationship Id="rId1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lfpass.com/travel-advisor/courses/25177-miramar-golf-club" TargetMode="External"/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quintadabarca/" TargetMode="External"/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lfevalepisao.pt/" TargetMode="External"/><Relationship Id="rId1" Type="http://schemas.openxmlformats.org/officeDocument/2006/relationships/image" Target="../media/image-1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lhadas.com/areas/Clube_De_Golfe/" TargetMode="External"/><Relationship Id="rId1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olfinportugal.com/golfedaquintadofojo/" TargetMode="External"/><Relationship Id="rId1" Type="http://schemas.openxmlformats.org/officeDocument/2006/relationships/image" Target="../media/image-1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citygolf.porto/" TargetMode="External"/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le19golf.com/courses/aviz-golf-club" TargetMode="External"/><Relationship Id="rId1" Type="http://schemas.openxmlformats.org/officeDocument/2006/relationships/image" Target="../media/image-1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ontebelogolfe.pt/" TargetMode="External"/><Relationship Id="rId1" Type="http://schemas.openxmlformats.org/officeDocument/2006/relationships/image" Target="../media/image-1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12188952" cy="109728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8FB33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GOLF · USKIDS · LONGLEAF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Golf Courses in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Northern Portugal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could we host USKids Golf tournaments? Every course in the region — with official links, Course Rating, Slope and full tee distances (metres &amp; yards), measured against the USKids Longleaf Tee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339"/>
                </a:solidFill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venues surveyed</a:t>
            </a:r>
            <a:pPr indent="0" marL="0">
              <a:buNone/>
            </a:pPr>
            <a:r>
              <a:rPr lang="en-US" sz="1400" dirty="0">
                <a:solidFill>
                  <a:srgbClr val="6B7066"/>
                </a:solidFill>
              </a:rPr>
              <a:t>      ·      </a:t>
            </a:r>
            <a:pPr indent="0" marL="0">
              <a:buNone/>
            </a:pPr>
            <a:r>
              <a:rPr lang="en-US" sz="2200" b="1" dirty="0">
                <a:solidFill>
                  <a:srgbClr val="8FB339"/>
                </a:solidFill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full 18-hole courses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Minho · Greater Porto · Douro · Trás-os-Montes  —  compiled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dozen courses sit in the Norte de Portugal region. Because USKids builds its own tees per age group (the Longleaf system, next slides), a course's own tee markings don't decide suitability — what matters is total available length and whether it runs as 9 or 18 holes.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40280"/>
            <a:ext cx="2697480" cy="118872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871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 CHAMPIONSHIP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6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2313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Oporto · Estela · Amarante · Vidago Palace · Áxis Ponte de Lima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22402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152" y="2240280"/>
            <a:ext cx="2697480" cy="118872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4871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COURSES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66744" y="283464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6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3703320" y="4160520"/>
            <a:ext cx="2313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Miramar · Quinta da Barca · Vale Pisão · Rilhadas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4224" y="22402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2240280"/>
            <a:ext cx="2697480" cy="118872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4871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PAR-3 / PITCH &amp; PUTT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28816" y="283464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6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6565392" y="4160520"/>
            <a:ext cx="2313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do Fojo · CityGolf Porto · Aviz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26296" y="22402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2240280"/>
            <a:ext cx="2697480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24871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(CENTRO)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90888" y="283464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6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9427464" y="4160520"/>
            <a:ext cx="2313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Montebelo, Viseu — 27 holes, just outside Norte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are given in both metres and yards. CR/Slope from the Federação Portuguesa de Golfe / DataGolf feed, club scorecards and the Albrecht Golf Guide; “n/p” = not published.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USKids sets up a course — the Longleaf Tee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USKids does not use the host course's existing tees. For every event it lays its own Longleaf tees so each age group plays a length matched to how far the kids actually drive the ball. A venue therefore only needs enough total length and the right 9- or 18-hole routing.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154680"/>
            <a:ext cx="91440" cy="841248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32644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tees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Right Start (75 yd carry) up to Tee 8 (PGA Tour, 275 yd carry)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05656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105656"/>
            <a:ext cx="91440" cy="841248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215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by carry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1970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length tracks each player's driver carry distance, not the course's markers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056632"/>
            <a:ext cx="5486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56632"/>
            <a:ext cx="91440" cy="841248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1663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or 18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514807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groups play a 9-hole loop; older groups play 18 holes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960120"/>
          <a:ext cx="5349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83080"/>
                <a:gridCol w="1417320"/>
                <a:gridCol w="1508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Driver carry (yd)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9-hole (yd)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18-hole (yd)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275 · PGA Tour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3600–3900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7200–7800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3300–3600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6600–7200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225 · LPGA Tour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3000–3300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6000–6600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2700–3000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5400–6000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175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2400–2700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4800–5400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2100–2400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4200–4800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125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1800–2100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3600–4200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1500–1800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3000–3600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</a:rPr>
                        <a:t>RS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75 · Right Start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61F"/>
                          </a:solidFill>
                        </a:rPr>
                        <a:t>1200–1500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7E"/>
                          </a:solidFill>
                        </a:rPr>
                        <a:t>2400–3000</a:t>
                      </a:r>
                      <a:endParaRPr lang="en-US" sz="1100" dirty="0"/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355080" y="5989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Longleaf Tee System, USKids Golf (2024). Distances in yards.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Longleaf course setup by age group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18- and 9-hole lengths (yards). Local Tour runs 18 holes from Boys 11 up; World events stretch the same groups longer and run 18 holes from Boys 9 up. Younger groups play 9-hole loops.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TOUR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 group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Length (yd)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15–18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6600–6900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13–14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6000–6300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5400–5700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4800–5100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2400–2550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2100–2250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1800–1950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1500–1650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6 &amp; U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1200–1350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&amp; WORLD TEEN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 group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Length (yd)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15–18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6800–7100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6300–6600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6000–6300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5700–6000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5400–5700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10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4900–5200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4400–4700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1950–2100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1650–1800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Boys 6 &amp; U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1350–1500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the published boys' setups; girls' age groups play roughly one bracket shorter. Source: USKids Golf Longleaf Tee System (2024).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opor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Oporto Golf Club — links beside the Espinho dunes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543D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HOLES · CHAMPIONSHIP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Oporto Golf Club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Espinho (Paramos) · 18 holes · Par 71 · est. 1890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golf club in Portugal and the Iberian Peninsula. An authentic, exposed seaside links — flat and very walkable for juniors.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Black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5692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6225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70.8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5640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6168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70.5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5408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5914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69.4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4969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5434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67.2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Green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3639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3980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Purple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3000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3281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 links; historic members' club — visitor/event access by arrangement. ~6,200 yd footprint reaches Local Tour groups up to Boys 13–14.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oportogolfclub.com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GolfPass / FPG-DataGolf feed.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estel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Estela Golf Club — 3 km of Atlantic links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543D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HOLES · CHAMPIONSHIP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Estela Golf Club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Póvoa de Varzim · 18 holes · Par 72 · 1988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seaside links along the Atlantic, repeatedly voted among Portugal's best. Flat and walkable, but wind-exposed.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6148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6724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72.7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5875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6425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Blue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5875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6425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78.8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5254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5746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75.2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 links, public/resort. ~6,700 yd footprint reaches the oldest groups (Boys 15–18). Ideal flagship venue near Porto.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estelagolf.pt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GolfPass / FPG-DataGolf feed; estelagolf.pt confirms White 6148 m, Par 72.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amaran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 de Amarante — mountain course at ~600 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543D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HOLES · CHAMPIONSHIP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Golfe de Amarante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Amarante · 18 holes · Par 68 · 1997 · J. Santana da Silva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hilly mountain course backed by the Marão range. Buggies advised for the youngest age groups.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5030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5501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66.1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4604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5035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 ♀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4089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4472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65.6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18-hole, public. ~5,500 yd footprint reaches Local Tour Boys 12; comfortable for all younger groups.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golfedeamarante.com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Albrecht Golf Guide (1golf.eu).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vida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Vidago Palace Golf — championship parkland, Chaves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543D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HOLES · CHAMPIONSHIP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Vidago Palace Golf Course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Vidago, Chaves · 18 holes · Par 72 · 1936 / rebuilt 2010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laid out by Mackenzie Ross (1936), rebuilt to USGA spec in 2010 inside the historic Vidago Palace estate. Sloping parkland.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6308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6898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73.8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141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5903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6456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71.7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Blue ♀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5454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5965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75.3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 ♀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4797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5246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 resort/championship, public. ~6,900 yd footprint reaches Boys 15–18. Pair with a Vidago Palace stay for a destination event.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vidagopalace.com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Albrecht Golf Guide (1golf.eu).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ax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Áxis Golfe Ponte de Lima — wooded valley, Minho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543D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HOLES · CHAMPIONSHIP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Áxis Golfe Ponte de Lima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de Lima · 18 holes · Par 71 · 1995 · on-site hotel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resort course in the green heart of the Minho — hilly front nine, flatter back nine, with a hotel on site for travelling fields.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6005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6567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 ♂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5653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6182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68.8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Blue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5478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5991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68.1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73.7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131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4719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5161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64.7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69.4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Green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3951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4321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63.6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67.3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Purple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2996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3276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60.6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111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18-hole resort, public, with hotel. ~6,600 yd footprint reaches Local Tour Boys 13–14. Good base for multi-day junior events.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axisgolfe.com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GolfPass / FPG-DataGolf feed; official scorecard at axisgolfe.com.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miram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Golf de Miramar — seaside 9 at Gaia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C7A52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HOLES · SEASIDE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 de Golf de Miramar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Arcozelo, V. N. de Gaia · 9 holes · Par 35 · 1932 (private)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Portugal's oldest clubs (Mackenzie Ross, 1932). A short, characterful seaside nine — distances below are for the 18-hole round (played twice).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5518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6035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5292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5787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68.4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Blue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5292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5787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73.7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4786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5234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71.4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120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44165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&amp; par shown for 18 holes (9-hole course played twice).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seaside, private members' club — arrange access early. Two loops ≈ 6,000 yd (hosts up to Boys 13–14); single loop for the youngest.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golfpass.com/…/miramar-golf-club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 (18-hole): GolfPass / FPG-DataGolf feed. Club site cgm.pt — verify before booking.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barc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 Quinta da Barca — flat resort 9, Esposende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C7A52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HOLES · RESORT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Golfe Quinta da Barca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Barca do Lago, Esposende · 9 holes · Par 31 · 1997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flat resort nine (five par-3s, four par-4s) by the Cávado estuary — one of the most accessible layouts in the North. Distances below are the 18-hole loop.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3854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4215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61.1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3494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3821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59.3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100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62.9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103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3066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3353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64.4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98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410565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&amp; par shown for 18 holes (9-hole course played twice, Par 62).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resort, public; flat. Short footprint (~Boys 10 &amp; under) — an ideal first-tournament and academy venue.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facebook.com/quintadabarca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CR/Slope: GolfPass / FPG-DataGolf feed (18-hole loop). Resort site only.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valepisa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Golfe Vale Pisão — wooded resort 9, Santo Tirso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C7A52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HOLES · RESORT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Clube Golfe Vale Pisão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Tirso · 9 holes · Par 37 · 2002 · ~25 min from Porto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wooded parkland nine on a nature resort (Santana da Silva). Played twice it makes a full-length 18-hole round of Par 74 — among the longest footprints in the North.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Tee /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9 holes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37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3266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3572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18 holes (two loops)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74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6532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7143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38496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/ Slope not published. Per-tee distances not published; totals shown.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parkland resort, public. Two-loop length (~7,100 yd) easily reaches the oldest age groups.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golfevalepisao.pt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Albrecht Golf Guide (1golf.eu).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rilhad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de Golfe Rilhadas — flat riverside 9, Fafe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2C7A52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C7A52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HOLES · RESORT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Clube de Golfe Rilhadas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Cepães, Fafe · 9 holes · Par 60 (18) · 2008 · J. Lencastre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flat nine (six par-3s, three par-4s) along the Vizela river, within a leisure resort with a separate pitch &amp; putt. Distances below are the 18-hole round.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Tee /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White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3416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3736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Yellow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3144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3438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Blue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3036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3320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Red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2730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2986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45079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&amp; par shown for 18 holes (9-hole course played twice). CR / Slope not published.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resort, public; flat and very walkable. Short footprint — best for the youngest 9-hole age groups (≈Boys 9 &amp; under).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rilhadas.com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portugalgolf.net.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foj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do Fojo — par-3 academy course, V. N. de Gaia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FB339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PAR-3 · ACADEMY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Quinta do Fojo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Canidelo, V. N. de Gaia · 6 par-3 holes · 2002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very easy all-par-3 short course in Gaia (not Marco de Canaveses), playable as 6/12/18-hole loops. An academy-style venue close to Porto.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Tee /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White (18-hole loop)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3099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3389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Yellow (18-hole loop)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2937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3212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38496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par-3 holes played as 18. CR / Slope not published.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academy course, flat. Suits Right Start to ~Boys 9 and clinics — not a full-field championship venue.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golfinportugal.com/golfedaquintadofojo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portugalgolf.net.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citygol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CityGolf Porto — urban par-3 &amp; practice complex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8FB339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PAR-3 + P&amp;P · URBAN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CityGolf Porto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Senhora da Hora, Matosinhos · par-3 + pitch &amp; putt · 2005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urban complex: a 9-hole par-3 course, an 18-hole pitch &amp; putt, plus a driving range and putting greens — right inside the Porto metro area.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Tee /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Par-3 course (9H ×2 = 18)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1631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1784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Pitch &amp; Putt (18 holes)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38496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Par-3 holes 58–145 m; Pitch &amp; Putt holes 30–84 m. CR / Slope not published.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urban venue. Coaching and intro-event use for the youngest brackets / Right Start; superb practice base.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facebook.com/citygolf.porto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Hole19.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avi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Aviz Golf Club — 9-hole pitch &amp; putt, Paços de Ferreira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FB339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PUTT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Aviz Golf Club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Freamunde, Paços de Ferreira · 9-hole P&amp;P · Par 27 · 2017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nine-hole pitch &amp; putt, all par-3, near the Porto–Guimarães axis. Holes run 41–103 m — a compact intro and short-game venue.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Tee / round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3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9 holes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551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603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543D"/>
                          </a:solidFill>
                        </a:rPr>
                        <a:t>18 holes (two loops)</a:t>
                      </a:r>
                      <a:endParaRPr lang="en-US" sz="1050" dirty="0"/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54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1102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61F"/>
                          </a:solidFill>
                        </a:rPr>
                        <a:t>1205</a:t>
                      </a:r>
                      <a:endParaRPr lang="en-US" sz="10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349240" y="38496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par-3 · holes 41–103 m. CR / Slope not published.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1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pitch &amp; putt. Right Start / first-event venue and clinics for the youngest players.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avizgolfclub.com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Hole19 / FPG-DataGolf record. Yards converted from metres.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clever-darwin/mnt/outputs/img/montebel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83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4983480" cy="868680"/>
          </a:xfrm>
          <a:prstGeom prst="rect">
            <a:avLst/>
          </a:prstGeom>
          <a:solidFill>
            <a:srgbClr val="14361F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0533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Montebelo Golfe — 27 holes near Viseu (Centro)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83480" y="0"/>
            <a:ext cx="9144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3"/>
          <p:cNvSpPr/>
          <p:nvPr/>
        </p:nvSpPr>
        <p:spPr>
          <a:xfrm>
            <a:off x="534924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ADJACENT (CENTRO)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868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Montebelo Golfe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Farminhão, Viseu · 27 holes · Par 72 · 1997 · Stilwell &amp; Kenyon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4924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layout near the region — three interchangeable nines (Caramulo, Estrela, Buçaco). Officially Região Centro, but within reach for a Douro-Sul fixture.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"/>
                <a:gridCol w="777240"/>
                <a:gridCol w="777240"/>
                <a:gridCol w="822960"/>
                <a:gridCol w="7772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Yards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CR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Slp 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 (1–18)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6317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6908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Yellow (1–18)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5718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6253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Red ♀ (1–18)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5134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5615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543D"/>
                          </a:solidFill>
                        </a:rPr>
                        <a:t>White (10–27)</a:t>
                      </a:r>
                      <a:endParaRPr lang="en-US" sz="950" dirty="0"/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72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5924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6479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1F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349240" y="5285232"/>
            <a:ext cx="6492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49240" y="5285232"/>
            <a:ext cx="91440" cy="10241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5605272" y="5376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27-hole resort, public. Multiple loops can host several age groups at once; ~6,900 yd reaches Boys 15–18. Confirm CR/Slope per tee with the club.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05272" y="5925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site:  </a:t>
            </a:r>
            <a:pPr indent="0" marL="0">
              <a:buNone/>
            </a:pPr>
            <a:r>
              <a:rPr lang="en-US" sz="1100" u="sng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montebelogolfe.pt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49240" y="6355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Albrecht Golf Guide (1golf.eu). GolfPass lists Caramulo 18 at CR 74.2 / Slope 139.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can we host — capacity vs Longleaf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18-hole footprint per course (9-hole courses counted as two loops) and the oldest Local Tour age group it can hold at full Longleaf yardage.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965960"/>
                <a:gridCol w="1280160"/>
                <a:gridCol w="1371600"/>
                <a:gridCol w="914400"/>
                <a:gridCol w="960120"/>
                <a:gridCol w="246888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Course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Holes / Par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18-hole (m)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18-hole (yd)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Slope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Hosts up to (Local Tour)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43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Vale Pisão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9 / 37 → 18 / 74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6532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7143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15–18 (2 loops)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Montebelo (Centro)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27 / 72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6317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6908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15–18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Vidago Palace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18 / 72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6308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6898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73.8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141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15–18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Estela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18 / 72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6148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6724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72.7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131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15–18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Áxis Ponte de Lima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18 / 71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6005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6567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70.4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133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13–14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Oporto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18 / 71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5692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6225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70.8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13–14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Miramar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9 / 35 → 18 / 70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5518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6035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70.0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123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13–14 (2 loops)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Amarante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18 / 68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5030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5501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66.1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Quinta da Barca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9 / 31 → 18 / 62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3854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4215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61.1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10 &amp; under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Rilhadas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9 / 30 → 18 / 60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3416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3736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Boys 9 &amp; under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Quinta do Fojo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6 × par-3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3099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3389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Right Start–Boys 9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CityGolf Porto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par-3 / P&amp;P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1631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1784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Right Start / clinics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543D"/>
                          </a:solidFill>
                        </a:rPr>
                        <a:t>Aviz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9 P&amp;P (par-3)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1102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1205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1F"/>
                          </a:solidFill>
                        </a:rPr>
                        <a:t>n/p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C7A52"/>
                          </a:solidFill>
                        </a:rPr>
                        <a:t>Right Start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70" i="1" dirty="0">
                <a:solidFill>
                  <a:srgbClr val="6B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“Hosts up to” = oldest Local Tour group whose Longleaf 18-hole yardage fits the course's full length; USKids fine-tunes tee placement per event and 9-hole venues run single-loop events for the youngest groups. Sorted by length. Sources: FPG-DataGolf, Albrecht, GolfPass.</a:t>
            </a:r>
            <a:endParaRPr lang="en-US" sz="8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Shortlist for USKids events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298448"/>
            <a:ext cx="1280160" cy="82296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10744200" cy="1078992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128016" cy="1078992"/>
          </a:xfrm>
          <a:prstGeom prst="rect">
            <a:avLst/>
          </a:prstGeom>
          <a:solidFill>
            <a:srgbClr val="8FB33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18-HOLE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Vidago Palace · Estela · Oporto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89120" y="17373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courses long enough to hold the oldest age groups — the right stage for a marquee or World-style event.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0744200" cy="1078992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88920"/>
            <a:ext cx="128016" cy="1078992"/>
          </a:xfrm>
          <a:prstGeom prst="rect">
            <a:avLst/>
          </a:prstGeom>
          <a:solidFill>
            <a:srgbClr val="6FB7E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26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EASY-ACCESS PORTO CLUSTER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Estela · Miramar · Quinta da Barca · CityGolf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29260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coastal cluster minutes apart — simple travel and lodging for a multi-venue weekend.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10744200" cy="1078992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77640"/>
            <a:ext cx="128016" cy="10789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 BRACKETS &amp; CLINICS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Quinta da Barca · Rilhadas · Fojo · Aviz · CityGolf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89120" y="41148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9-hole and par-3 / pitch-&amp;-putt formats — perfect for Right Start and first-tournament age groups.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744200" cy="1078992"/>
          </a:xfrm>
          <a:prstGeom prst="rect">
            <a:avLst/>
          </a:prstGeom>
          <a:solidFill>
            <a:srgbClr val="22543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5166360"/>
            <a:ext cx="128016" cy="1078992"/>
          </a:xfrm>
          <a:prstGeom prst="rect">
            <a:avLst/>
          </a:prstGeom>
          <a:solidFill>
            <a:srgbClr val="C98A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03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MULTI-GROUP / ON-SITE STAY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623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Montebelo (27H) · Áxis Ponte de Lima · Vidago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89120" y="53035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holes or an on-site hotel — run several age groups at once or host travelling fields overnight.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5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380744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USKids Golf — Longleaf Tee System (2024)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269480" y="13258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uskidsgolf.com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0253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Federação Portuguesa de Golfe — course / DataGolf feed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9480" y="200253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jogargolfe.fpg.pt · scoring-pt.datagolf.pt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734056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791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Albrecht Golf Guide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26791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1golf.eu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410712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5584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GolfPass course directory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33558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golfpass.com/travel-advisor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087368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0325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official sites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403250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oportogolfclub.com · estelagolf.pt · golfedeamarante.com · vidagopalace.com · axisgolfe.com · rilhadas.com · golfevalepisao.pt · montebelogolfe.pt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764024"/>
            <a:ext cx="146304" cy="146304"/>
          </a:xfrm>
          <a:prstGeom prst="ellipse">
            <a:avLst/>
          </a:prstGeom>
          <a:solidFill>
            <a:srgbClr val="8FB33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091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Hole19 &amp; portugalgolf.net (short courses)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4709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hole19golf.com · portugalgolf.net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623560"/>
            <a:ext cx="10744200" cy="914400"/>
          </a:xfrm>
          <a:prstGeom prst="rect">
            <a:avLst/>
          </a:prstGeom>
          <a:solidFill>
            <a:srgbClr val="EDE8D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705856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2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distances are in metres and yards; 9-hole courses are shown as the 18-hole (two-loop) round. USKids lays its own Longleaf tees per age group, so a course's own tee markings are not used in competition — the figures here indicate each venue's overall capacity. CR/Slope “n/p” were genuinely unpublished. Confirm details with each club before scheduling.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 Courses in Northern Portugal — USKids / Longleaf Tournament Venues</dc:title>
  <dc:subject>PptxGenJS Presentation</dc:subject>
  <dc:creator>Golf Portugal</dc:creator>
  <cp:lastModifiedBy>Golf Portugal</cp:lastModifiedBy>
  <cp:revision>1</cp:revision>
  <dcterms:created xsi:type="dcterms:W3CDTF">2026-06-05T10:35:09Z</dcterms:created>
  <dcterms:modified xsi:type="dcterms:W3CDTF">2026-06-05T10:35:09Z</dcterms:modified>
</cp:coreProperties>
</file>